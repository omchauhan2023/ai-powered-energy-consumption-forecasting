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4C8FF"/>
                </a:solidFill>
              </a:defRPr>
            </a:pPr>
            <a:r>
              <a:t>⚡ Energy Consumption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B4B4"/>
                </a:solidFill>
              </a:defRPr>
            </a:pPr>
            <a:r>
              <a:t>An AI-Powered ML Pipeline for Hourly Energy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Predicting hourly electricity consumption is critical for grid operators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Current baseline methods achieve 37.00 MWh Mean Absolute Error (MAE)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Inefficient predictions lead to overprovisioning or blackout risks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Need: Accurate, scalable forecasting with uncertainty quantification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Solution: 4-Agent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DataAgent: Data loading, preprocessing, feature engineering (35+ features)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TrainingAgent: Model training, hyperparameter tuning, ensemble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InferenceAgent: Single/batch predictions, multi-step forecasting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MonitoringAgent: Performance tracking, drift detection, anomaly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🎯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Individual Models: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- XGBoost: MAE 37.20, RMSE 50.56, MAPE 4.13%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- LightGBM: MAE 39.78, RMSE 52.34, MAPE 4.43%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- CatBoost: MAE 42.78, RMSE 55.89, MAPE 4.74%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Ensemble Result: MAE 28.33, RMSE 40.61, MAPE 4.05%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Improvement: 23% over baseline (37.00 → 28.33 MWh)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Feature Engineering (35+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Temporal: hour, day_of_week, day_of_month, month, quarter, is_weekend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Cyclical: hour_sin, hour_cos, month_sin, month_cos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Lag Features: lag_12h, lag_24h, lag_48h, lag_7d, lag_30d, lag_365d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Rolling Stats: mean/std/max/min for 24h and 7d windows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Seasonal: trend, seasonal, residual components from decomposition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1. Data Loading: 43,872 hourly samples from energy_consumption.csv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2. Preprocessing: Timestamp normalization, missing value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3. Feature Engineering: 35+ temporal &amp; statistical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4. Data Splitting: 70% train (30,710), 15% val (6,581), 15% test (6,581)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5. Model Training &amp; Ensemble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🌐 Full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Backend: FastAPI with 10+ async endpoints (port 8000)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Frontend: React 18 + TypeScript + Vite + Tailwind CSS (port 3000)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7 Dashboard Pages: Overview, Dashboard, Predictions, Forecasting, Monitoring, Training, Settings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Deployment: Docker &amp; Docker Compose ready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Real-time visualizations with Recharts and Plotly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📊 Monitoring &amp;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Real-Time Checks: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- Performance Tracking: MAE, RMSE, MAPE per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- Data Quality: Missing values, duplicates, type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- Drift Detection: Kolmogorov-Smirnov test for distribution shifts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- Anomaly Detection: Z-score method on residuals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- Alert System: LOW, MEDIUM, HIGH severity levels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🔌 API Endpoints (10+)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/health - System health check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/predict - Single prediction with uncertainty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/predict_batch - Batch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/forecast - Multi-step forecast (1-72 hours)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/train - Trigger training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/metrics, /monitoring, /training_status, /alerts/clear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📈 React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7 Interactive Pages: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1. Overview - System health &amp; key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2. Dashboard - Real-time consumption &amp; forecasts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3. Predictions - Single/batch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4. Forecasting - Multi-step with uncertainty bands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5. Monitoring - Performance metrics &amp; drift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6. Training - Trigger training, view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  7. Settings - API config &amp; preferences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🎯 Uncertainty Quantification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Model Disagreement: Standard deviation of 3 model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Confidence Intervals: Prediction ± uncertainty (95% confidence)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Multi-Step Forecasting: Uncertainty bands widen for longer horizons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User Insight: Wider bands indicate lower confidence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Risk Management: Clients adjust decisions based on uncertainty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🚀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Local Development: FastAPI + React + Streamlit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Docker: Single docker-compose up command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Cloud Platforms: Render, DigitalOcean, AWS, Azure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Production: HTTPS, JWT auth, rate limiting, load balancing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Scalability: 1,000+ predictions/second with horizontal 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🔧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ML: XGBoost 2.0+, LightGBM 4.0+, CatBoost 1.2+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Data: pandas 2.0+, numpy 1.24+, scipy 1.10+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Backend: FastAPI 0.115+, Uvicorn, Pydantic 2.0+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Frontend: React 18.3+, TypeScript 5.5+, Vite, Tailwind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Deployment: Docker, Docker Compose, Python 3.11-slim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💡 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4-Agent Architecture: Modular, testable, easy to upgrade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Ensemble Weight Optimization: L-BFGS-B on validation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Uncertainty Quantification: Model disagreement → confidence intervals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Automated Monitoring: Real-time drift &amp; anomaly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Production-Grade: Async/await, comprehensive error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• Advanced Feature Engineering: 35+ temporal &amp; statistical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📊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Grid Operators: Predict demand 24-72h ahead, plan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Energy Retailers: Price electricity based on predicted demand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Renewable Providers: Optimize solar/wind coordination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Utilities &amp; Analysts: Detect patterns, plan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Industrial Consumers: Schedule energy-intensive processes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⚙️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Challenge: Seasonal patterns in energy consumption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Solution: Seasonal decomposition + cyclical feature encoding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Challenge: Model disagreement with single-model approaches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Solution: Ensemble learning with optimized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Challenge: Real-time monitoring at scale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Solution: Async FastAPI endpoints + distributed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🗺️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Q2 2026: Multi-region support for different energy grids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Q3 2026: Integrate external weather &amp; economic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Q4 2026: Deploy to AWS with Kubernetes orchestration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Q1 2027: Mobile app for stakeholder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Q2 2027: ML model updates with continuous learning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C8FF"/>
                </a:solidFill>
              </a:defRPr>
            </a:pPr>
            <a:r>
              <a:t>🎯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✓ 23% accuracy improvement over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✓ Ensemble learning with optimized weights outperforms individual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✓ Comprehensive 4-agent system enables modularity &amp; scalability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✓ Full-stack implementation ready for production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DCDCDC"/>
                </a:solidFill>
              </a:defRPr>
            </a:pPr>
            <a:r>
              <a:t>✓ Real-time monitoring enables proactive grid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4C8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B4B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